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hyperos.mi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zh-cn.xiaomi-miui.gr/hyperos-4-full-changelog-new-features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hyperlink" Target="https://www.coloros.com/version/coloros16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fonearena.com/blog/492627/honor-introduces-magicos-11-features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macrumors.com/2026/09/14/50-new-things-iphone-can-do-ios-27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zh-cn.xiaomi-miui.gr/hyperos-4-full-changelog-new-features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www.coloros.com/article/A00000087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fonearena.com/blog/492627/honor-introduces-magicos-11-features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www.ithome.com/1/004/718.ht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hyperlink" Target="https://www.ithome.com/0/990/542.ht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https://www.apple.com/os/ios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apple.com/apple-intelligence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https://www.coloros.com/article/A00000103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hyperlink" Target="https://www.fonearena.com/blog/492627/honor-introduces-magicos-11-features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nokiamob.net/2025/09/24/hyperos-3-global-released-new-ui-ai-tools-and-cross-device-features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hyperlink" Target="https://9to5mac.com/2026/03/05/ios-26-gives-apples-calendar-app-a-convenient-new-advantage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readaitime.com/news/2026-09-15/20a9x1ak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hyperlink" Target="https://developer.apple.com/wwdc26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nokiamob.net/2025/09/24/hyperos-3-global-released-new-ui-ai-tools-and-cross-device-features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hyperlink" Target="https://www.ithome.com/0/990/542.htm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hyperlink" Target="https://www.macrumors.com/2026/09/14/50-new-things-iphone-can-do-ios-27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hyperlink" Target="https://www.igeeksblog.com/how-to-use-math-notes-on-ipad-iphone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://enet.com.cn/article/2026/0907/A202609071277131.htm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hyperlink" Target="https://www.ithome.com/0/990/542.htm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macrumors.com/2026/09/14/50-new-things-iphone-can-do-ios-27/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consumer.huawei.com/cn/phones/mate-xt-2-ultimate-design/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hyperlink" Target="https://www.coloros.com/version/coloros16/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www.ithome.com/1/002/974.htm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hyperlink" Target="https://www.macrumors.com/roundup/ios-27/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hyperlink" Target="https://www.coloros.com/article/A00000108/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hyperlink" Target="https://www.coloros.com/version/coloros16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hyperlink" Target="https://www.digitaling.com/articles/1583070.html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hyperlink" Target="https://www.macrumors.com/roundup/ios-27/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fonearena.com/blog/492627/honor-introduces-magicos-11-features.html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zh-cn.xiaomi-miui.gr/hyperos-4-full-changelog-new-features/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www.ithome.com/1/004/718.htm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hyperlink" Target="https://tbreak.com/honor-magicos-11-liquid-glass-android-17/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zh-cn.xiaomi-miui.gr/hyperos-4-full-changelog-new-features/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hyperlink" Target="https://nokiamob.net/2025/09/24/hyperos-3-global-released-new-ui-ai-tools-and-cross-device-features/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hyperlink" Target="https://www.macrumors.com/roundup/ios-27/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hyperlink" Target="https://www.coloros.com/article/A00000108/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memeosupdates.com/apps/com.miui.gallery/5000700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macrumors.com/roundup/ios-27/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hyperlink" Target="https://www.coloros.com/version/coloros16/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hyperlink" Target="https://www.fonearena.com/blog/492627/honor-introduces-magicos-11-features.html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hyperlink" Target="https://www.macobserver.com/tips/round-ups/how-to-save-still-frame-from-video-as-photo-ios-27/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www.fonearena.com/blog/492411/vivo-originos-7-features-preview-program-registrations-india.html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hyperlink" Target="https://www.ithome.com/1/003/305.htm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hyperlink" Target="https://www.apple.com/os/ios/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hyperlink" Target="https://developer.apple.com/wwdc26/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hyperos.mi.com/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hyperlink" Target="https://www.coloros.com/article/A00000103/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digitaling.com/articles/1583070.html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hyperlink" Target="https://www.ithome.com/0/999/277.htm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hyperlink" Target="https://www.ithome.com/1/002/974.htm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www.ithome.com/1/003/305.htm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hyperlink" Target="https://www.macrumors.com/roundup/ios-27/" TargetMode="Externa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nokiamob.net/2025/09/24/hyperos-3-global-released-new-ui-ai-tools-and-cross-device-features/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43A"/>
                </a:solidFill>
                <a:latin typeface="PingFang SC"/>
                <a:ea typeface="PingFang SC"/>
                <a:cs typeface="PingFang SC"/>
              </a:rPr>
              <a:t>2026 年 9 月国内新机发布季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竞品系统应用新功能
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最近各家发布了哪些系统应用能力、和我们哪条产品有关、出处在哪。一页讲清一个功能。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1772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4211E"/>
          </a:solidFill>
          <a:ln w="9525">
            <a:solidFill>
              <a:srgbClr val="3A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7365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 台新机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389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小米 / 华为 / 苹果 / vivo / OPPO / 荣耀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61772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4211E"/>
          </a:solidFill>
          <a:ln w="9525">
            <a:solidFill>
              <a:srgbClr val="3A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47365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69 个功能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1389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对照我们 15 个系统应用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4211E"/>
          </a:solidFill>
          <a:ln w="9525">
            <a:solidFill>
              <a:srgbClr val="3A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7365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每条带来源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51389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官方或媒体原文可点开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1  /  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简报怎么用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三件事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61C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发了什么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9339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9 月国内旗舰各自带上哪套系统，系统应用上新增了哪些可感知的能力。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61C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90672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和我们哪条产品有关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54787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按录音机、文件管理、记事本、日历、相册、语音助手等我们自己的产品线对齐，不讲芯片和影像硬件。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161C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645152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是不是真的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0235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每条功能写明出现在哪台机、哪套系统，并附上官方或媒体原文链接，点开可核。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  /  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本月新机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9 月国内发布会机型</a:t>
            </a:r>
          </a:p>
        </p:txBody>
      </p:sp>
      <p:pic>
        <p:nvPicPr>
          <p:cNvPr id="6" name="Picture 5" descr="img_v3_0215e_85dd86bd-1d0b-4cd3-a03f-894077f473ag-ea4f47c5-ac2f-4cae-a10d-7b64fa0214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234440"/>
            <a:ext cx="301752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97280"/>
            <a:ext cx="7955279" cy="347472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9728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09728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109728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09728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097280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81328"/>
            <a:ext cx="7955279" cy="45720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4813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9月7日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14813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14813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18 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4813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4813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38528"/>
            <a:ext cx="7955279" cy="4572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938528"/>
            <a:ext cx="73152" cy="4572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9385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9月7日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19385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2888" y="19385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Mate XT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19385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HarmonyOS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19385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395728"/>
            <a:ext cx="7955279" cy="45720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95728"/>
            <a:ext cx="73152" cy="4572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3957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23957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32888" y="23957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Pura X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23957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HarmonyOS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23957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852928"/>
            <a:ext cx="7955279" cy="4572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852928"/>
            <a:ext cx="73152" cy="4572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8529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9月9日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28529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32888" y="28529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iPhone 18 系列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28529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28529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10128"/>
            <a:ext cx="7955279" cy="45720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310128"/>
            <a:ext cx="73152" cy="457200"/>
          </a:xfrm>
          <a:prstGeom prst="rect">
            <a:avLst/>
          </a:prstGeom>
          <a:solidFill>
            <a:srgbClr val="41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9月16日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64208" y="33101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32888" y="33101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X500 系列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568" y="33101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33101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767328"/>
            <a:ext cx="7955279" cy="4572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3767328"/>
            <a:ext cx="73152" cy="4572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37673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9月23日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64208" y="37673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32888" y="37673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Mate 90 系列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4568" y="37673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HarmonyOS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9048" y="37673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即将发布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24528"/>
            <a:ext cx="7955279" cy="45720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224528"/>
            <a:ext cx="73152" cy="457200"/>
          </a:xfrm>
          <a:prstGeom prst="rect">
            <a:avLst/>
          </a:prstGeom>
          <a:solidFill>
            <a:srgbClr val="1A9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42245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9月23日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64208" y="42245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32888" y="42245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Find X10 系列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42245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9048" y="42245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即将发布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681728"/>
            <a:ext cx="7955279" cy="4572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4681728"/>
            <a:ext cx="73152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46817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9月24日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64208" y="46817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32888" y="46817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18 系列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44568" y="46817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46817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即将发布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138928"/>
            <a:ext cx="7955279" cy="45720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5138928"/>
            <a:ext cx="73152" cy="457200"/>
          </a:xfrm>
          <a:prstGeom prst="rect">
            <a:avLst/>
          </a:prstGeom>
          <a:solidFill>
            <a:srgbClr val="1A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513892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9月28日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64208" y="5138928"/>
            <a:ext cx="868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51389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Magic9 系列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44568" y="513892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9048" y="513892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即将发布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57607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9 月 15 日还有一场联发科天玑 9600 芯片发布，首发落在 vivo X500 与 Find X10 上，功能记在这两台手机里。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  /  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我们对照的产品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15 个系统应用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后面每一章对应我们自己的一条产品。竞品做了什么，直接看对我们意味着什么。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144475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-rec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99616"/>
            <a:ext cx="6400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9933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录音机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591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6 个功能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3716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371600"/>
            <a:ext cx="91440" cy="14447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pp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1499616"/>
            <a:ext cx="6400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90088" y="19933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文件管理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3591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6 个功能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3716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371600"/>
            <a:ext cx="91440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pp-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499616"/>
            <a:ext cx="6400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21808" y="19933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播放器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3591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4 个功能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13716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371600"/>
            <a:ext cx="91440" cy="14447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pp-no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1499616"/>
            <a:ext cx="6400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53528" y="19933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记事本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23591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6 个功能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3716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371600"/>
            <a:ext cx="91440" cy="14447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pp-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1499616"/>
            <a:ext cx="6400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85248" y="19933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日历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3591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5 个功能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9718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971800"/>
            <a:ext cx="91440" cy="14447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pp-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099816"/>
            <a:ext cx="6400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3593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时钟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93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3 个功能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29718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88920" y="2971800"/>
            <a:ext cx="91440" cy="144475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pp-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088" y="3099816"/>
            <a:ext cx="640080" cy="4114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990088" y="3593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计算器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9593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3 个功能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29718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20640" y="2971800"/>
            <a:ext cx="91440" cy="1444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pp-sc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808" y="3099816"/>
            <a:ext cx="640080" cy="4114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321808" y="3593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扫一扫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1808" y="39593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4 个功能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52360" y="29718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52360" y="2971800"/>
            <a:ext cx="91440" cy="144475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pp-the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3528" y="3099816"/>
            <a:ext cx="640080" cy="4114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653528" y="3593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主题商城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3528" y="39593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2 个功能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29718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2971800"/>
            <a:ext cx="91440" cy="14447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pp-lab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5248" y="3099816"/>
            <a:ext cx="640080" cy="4114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985248" y="3593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玩机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85248" y="39593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5 个功能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5720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572000"/>
            <a:ext cx="91440" cy="1444752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pp-clo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4700016"/>
            <a:ext cx="640080" cy="4114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58368" y="51937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换机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5595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6 个功能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88920" y="45720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88920" y="4572000"/>
            <a:ext cx="91440" cy="14447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app-brows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0088" y="4700016"/>
            <a:ext cx="640080" cy="4114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990088" y="51937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0088" y="55595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2 个功能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20640" y="45720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20640" y="4572000"/>
            <a:ext cx="91440" cy="14447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app-galle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1808" y="4700016"/>
            <a:ext cx="640080" cy="4114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321808" y="51937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相册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55595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7 个功能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52360" y="45720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0" y="4572000"/>
            <a:ext cx="91440" cy="14447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app-assista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3528" y="4700016"/>
            <a:ext cx="640080" cy="41148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653528" y="51937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语音助手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53528" y="55595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8 个功能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4572000"/>
            <a:ext cx="2212848" cy="144475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84080" y="4572000"/>
            <a:ext cx="91440" cy="1444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app-password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5248" y="4700016"/>
            <a:ext cx="640080" cy="41148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85248" y="51937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密码管理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85248" y="55595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2 个功能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  /  89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录音机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6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会议场景识别 + 结构化大纲  ·  长录音转写稳定性修复  ·  AI 录音：实时转写 + 说话人 + 摘要模板  ·  录音高亮关键段 + 说话人观点  ·  端侧录音 → 会议纪要  ·  备忘录自然语言建提醒 / 录音进笔记才能摘要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5  /  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会议场景识别 + 结构化大纲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f8901a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4 录音机可识别会议场景，提炼要点并自动生成可跳转时间轴的大纲；支持跳过静音、手动标记总结，总结后可唤起超级小爱针对录音问答。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我们录音机缺的不是转写，是「录完就能问」的闭环。大纲 + 时间轴跳转 + 助手问答应做成同一条产品路径，而不是三个入口。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hyperos.mi.com  ·  系统更新 · HyperOS 4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  /  89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长录音转写稳定性修复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d92c61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3 八月更新修复长时间录音偶发失败、重复记录；断点续录更可靠。会议场景能力要到 HyperOS 4 才完整。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长录音失败是文管/录音机共同的口碑雷区。我们应把「连续录 2 小时不丢」当成基础质量门槛，再谈 AI 摘要。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zh-cn.xiaomi-miui.gr  ·  系统更新 · HyperOS 3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  /  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录音：实时转写 + 说话人 + 摘要模板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a2de02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录音支持实时转写、说话人识别、人声增强，结束自动生成标题/标签/章节，并提供会议/访谈/讲座摘要模板，可导出全文或摘要。部分机型无实时分角色。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模板化摘要比「三要点」更接近办公场景。我们可跟：会议/访谈/课堂三套模板 + 导出 TXT/DOC，分角色能力不要做成旗舰专属。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  /  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录音高亮关键段 + 说话人观点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6b4707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已官宣：录音机可高亮关键段落和说话人观点，长录音更好回看。当前出厂机仍是 OriginOS 6，该能力属下一代。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「高亮关键段」比整篇转写更适合回听。我们可先行做时间轴标记 + 观点抽取，不必等整系统 Agent 化。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7（已官宣）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9  /  89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端侧录音 → 会议纪要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c4cca7a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端侧 AI：录音直接生成会议纪要，数据不上云。与 YOYO 长视频解析同一套「本地理解」叙事。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端侧纪要是隐私卖点。我们海外机更该强调 on-device：转写/纪要默认不出网，云端当增强而不是前提。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10  /  89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录音机    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备忘录自然语言建提醒 / 录音进笔记才能摘要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603938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录音本身转写整洁，但摘要要分享到备忘录；iOS 27 Beta 3 起备忘录支持「今晚 6 点接爸爸」这类自然语言抽时间。录音机仍不是主入口。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苹果把纪要能力放在 Notes 而不是 Recorder。我们不要学这个跳转；录音机应是第一现场，笔记只做归档。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11  /  89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文件管理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6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回收站 + 超级岛显示文档处理进度  ·  AI 意图搜索：模糊描述跨应用找文件  ·  AI 文件管家：按主题归类 + 输入法找文件  ·  Storage Space 2.0 无损压缩腾空间  ·  分布式文件管理 + 超空间存储  ·  存储压缩 2.0：256GB 机型最多释放约 20GB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12  /  89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回收站 + 超级岛显示文档处理进度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148fa80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4 文件管理新增最近删除回收站；超级岛可实时显示超级文档处理进度。并修复云盘缩略图、macOS 压缩包显示异常。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回收站是文管基础能力，国内竞品已补齐。我们文管应把「删除可回」做成默认，压缩包/云盘缩略图当月活质量指标，不要等用户投诉。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zh-cn.xiaomi-miui.gr  ·  系统更新 · HyperOS 4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13  /  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意图搜索：模糊描述跨应用找文件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6a4fccf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可用自然语言搜文件/日程/截图，不记文件名也能定位；系统内可浏览并转换 60+ 文档格式（Keynote/PSD/CAD 等），小布可对文档生成思维导图。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文管的下一代入口是「描述」不是路径。我们应让搜索听得懂「上周客户那份报价 PDF」，并覆盖办公格式预览，减少跳 WPS。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14  /  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文件管家：按主题归类 + 输入法找文件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7d3083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已官宣（9/16 开发者大会）：AI 文件管家按主题归类相关文件，并可向小 V 问文件内容；输入法在聊天时能推荐本机文档/日程/联系人。现款 X Fold6 / S60 / iQOO 15T / Neo11 出厂仍是 OriginOS 6，该能力随 OriginOS 7 升级，不是已装功能。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文件被输入法「带出来」比在文管里翻更快。我们可做：聊天/笔记输入时推荐最近相关文档，文管自己负责主题聚类。不要把下一代系统海报写成现款卖点。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媒体转述 · OriginOS 7 官宣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15  /  89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Storage Space 2.0 无损压缩腾空间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713ea2f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存储空间 2.0：无损压缩 + 清冗余，官方称最多腾出约 60GB。与换机演示里「迁完多出 10GB」是同一套空间叙事。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海外用户对「系统吃存储」极敏感。我们文管应有可见的压缩/清理账单：压缩了什么、能还原、不误伤 WhatsApp 媒体。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16  /  89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分布式文件管理 + 超空间存储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777ea887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HarmonyOS 7 强化超级终端与分布式文件：跨设备拖文件更稳。超空间存储给 256GB 机型多出约 22GB 可用空间，被报告称为变相延长换机周期。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    HarmonyOS 7
Mate XT 2  ·  Pura X View  ·  Mate 90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「同等容量更好用」是文管可量化的卖点。我们应对 128/256GB 机给出清理+压缩的可见收益，而不是只在旗舰上讲云盘。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发布会 · Mate XT 2 / nova 16 SE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17  /  89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文件管理    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存储压缩 2.0：256GB 机型最多释放约 20GB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7b27441a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的存储压缩 2.0 针对长期不用的应用做压缩以释放空间，官方称 256GB 设备最多可腾出约 20GB。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与荣耀 Storage Space 2.0 是同一思路，说明「不动用户文件也能瘦身」已成共识。验收盯两点：压缩后应用首次启动的解压耗时是否可接受，以及压缩是否影响后台保活与通知到达。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18  /  89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播放器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4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锁屏岛全屏歌词（含酷狗概念版）  ·  AirPods 自适应模式强度滑块 + 自定义 EQ  ·  4K Live 动态照片当媒体资产  ·  双路定向播音：外放与蓝牙同时出声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19  /  89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播放器    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锁屏岛全屏歌词（含酷狗概念版）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ec78a26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八月体验：锁屏岛全屏歌词新增酷狗概念版，抬眼即见。和系统流体云是同一套「正在播放」表面。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歌词岛要能接头部音乐 App，不能只服务自有播放器。我们应先打通 Spotify / YouTube Music / 本地播放器三套媒体会话。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  /  89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播放器    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AirPods 自适应模式强度滑块 + 自定义 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ac903c6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控制中心可调 AirPods 通透/降噪平衡；发布会还提到自定义 EQ。播放体验绑在耳机系统设置，不在独立播放器 App。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苹果把「听感」放在系统音频层。我们若做播放器，EQ/空间音频应进系统声音，而不是锁死在自有 App 里。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apple.com  ·  发布会 · iPhone 18 / iOS 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21  /  89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播放器   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4K Live 动态照片当媒体资产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7d3083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6.0 16.0.14.2 相机可录 4K Live 动态影像。播放/相册侧要能保留动态效果，否则只是相机卖点、播放器接不住。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Live 图是相机和播放器的交接件。我们播放器/相册必须声明：动态照片能原样播、能导出静帧，避免「拍得到、看丢失」。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22  /  89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播放器    4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双路定向播音：外放与蓝牙同时出声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cf82a0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支持手机外放与蓝牙设备同时输出音频，解决一人戴耳机、另一人只能跟着外放的场景。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小众但需求明确。实现难点是两条通路的延迟对齐——蓝牙有固有延迟，不做补偿会有明显回声/重影感。这类功能适合放在音频设置的进阶层，不必占一级入口。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23  /  89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记事本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6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Writing Tools：全系统校对 / 重写 / 四种摘要  ·  AI 闪记 / Mind Space：三指上滑即归档  ·  笔记 AI 语义搜索 + 长视频变笔记  ·  HyperOS AI Note + 笔记应用改造  ·  原子笔记可授权给第三方 AI  ·  小 V 记忆卡：锁屏记录并关联上下文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24  /  89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Writing Tools：全系统校对 / 重写 / 四种摘要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2f69c76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任意输入框可触发校对、重写、摘要（标准/要点/列表/表格）。PCMag 称「如宣传可用」，但 iPhone 上要点太多次；Compose 还要登录 ChatGPT。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笔记 AI 应是系统输入层，不是笔记 App 私有。我们记事本先做「圈选即改写/摘要」，触控路径压到两步以内，生成不要绑第三方账号。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apple.com  ·  系统更新 · iOS 26/27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25  /  89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闪记 / Mind Space：三指上滑即归档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5b2e76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三指上滑或 Snap Key 把屏幕文字/图/录音丢进小布记忆，自动分类、合集摘要，长视频也能出章节。八月更新便签可换字体皮肤，笔记图片可直接涂鸦。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这是目前安卓里最完整的「看见即记下」。我们记事本应有系统手势闪记，落到本地笔记而不是新壳 App；视频摘要和涂鸦是下一步，不是第一步。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26  /  89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笔记 AI 语义搜索 + 长视频变笔记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fe7feac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10 八月版：笔记支持 AI 语义搜索；YOYO 记忆可对抖音/B 站/小红书/本地视频三指下滑出摘要，视频教程直接变笔记。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语义搜比文件夹更重要。我们记事本优先「用一句话找到三个月前那条」，视频转笔记可复用录音纪要模型，不必单独堆产品。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MagicOS 10/11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27  /  89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HyperOS AI Note + 笔记应用改造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f8901a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3 主打 AI 搜索/笔记/描述；HyperOS 4 继续改笔记应用（官方称 AI 升级，部分机型、部分地区）。和超级小爱圈屏共用理解能力。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小米笔记的风险是能力写在系统海报里、App 里感知弱。我们每上一个 AI 能力都要在记事本里有明确按钮和失败态，不能只在助手里。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nokiamob.net  ·  系统更新 · HyperOS 3/4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28  /  89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原子笔记可授权给第三方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7d3083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7：Atomic Notes 可在用户授权下对接第三方 AI。当前 OriginOS 6 已有小 V 记忆 2.0：收藏自动打标签、按主题归档。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开放笔记给第三方模型是双刃剑。我们可做「导出/授权」开关，默认端侧；主题自动归档值得跟，比再做一个云笔记账号体系更值。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6/7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29  /  89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记事本    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 V 记忆卡：锁屏记录并关联上下文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d0ed1c9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新增「小V记忆卡」，可在锁屏直接记录，并与既有上下文关联；配合小 V Pro 的长期记忆，把收藏的攻略、相册截图、历史笔记串成一份旅行路书。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记事本的价值正从「记下来」转向「被 AI 取用」。做之前先定三件事：内容存在哪、AI 读取的粒度、用户能否查看并删除某条记忆。记忆可见可控是信任前提，缺了它功能越强越吓人。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30  /  89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日历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5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截图一键 Add to Calendar  ·  YOYO Schedule：短信/订单/通话自动变待办  ·  AI 日历按截止日与习惯排任务  ·  Siri 个人语境读日历  ·  日历从录音里自动提取待办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31  /  89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日历    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截图一键 Add to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0d86bbc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截到活动海报 → 系统按钮一键抽时间/地点生成日程，可预览编辑。9to5Mac 称这是默认日历的差异化；缩略图模式看不到按钮，第三方账号可能冲突。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海报/聊天截图建日程是高频刚需。我们日历应在截图页和分享菜单都露出「加日程」，不要只藏在全屏截图。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9to5mac.com  ·  系统更新 · iOS 26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32  /  89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日历    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YOYO Schedule：短信/订单/通话自动变待办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c4cca7a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11：YOYO 识别取件码、票务、就医预约、聊天信息，自动生成日历待办；也可从一句话、一张图、一通来电抽日程。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取件码/预约是日历的新供给，不只是会议。我们日历应接短信/邮件/通知里的时间实体，先做可撤销的建议卡片，避免乱建日程。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readaitime.com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33  /  89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日历    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日历按截止日与习惯排任务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d0ed1c9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官宣 AI Calendar 能按截止日期、时长、偏好和习惯组织任务。属下一代系统，现款出厂 OriginOS 6 未带。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从「记时间」变成「排任务」会和待办抢位置。我们更稳的是日历管事件、任务管待办，两者可互推，不要合成一个含糊的 AI 盒子。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7（已官宣）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34  /  89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日历    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Siri 个人语境读日历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4619df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WWDC / iOS 27：Siri 结合邮件、日历、照片、消息理解意图，可把对话里的安排落到日程；跨 iPhone/iPad/Mac 对话续接。大陆与欧盟暂不上 Siri AI。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助手读写日历必须是系统能力。我们要把日历做成公共服务：助手、截图、短信都能写，用户在日历里能看到来源和撤销。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developer.apple.com  ·  发布会 · WWDC / iPhone 18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35  /  89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日历    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日历从录音里自动提取待办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d0ed1c9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日历可识别录音内容里的待办事项并自动生成日程，把「说完再手动记下来」这一步省掉。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这条把录音机和日历打通了——录音机的产出不该只是一份音频和摘要，而是可落库的结构化日程。我们若已有会议转写，最值钱的下一步就是往日历/待办落，而不是再优化一次摘要措辞。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36  /  89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时钟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3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超级岛 / 灵动胶囊当「下一件事」表面  ·  智能到站提醒：震动 + 弹窗 + 蓝牙播报  ·  闹钟音量与铃声音量解绑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37  /  89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时钟    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超级岛 / 灵动胶囊当「下一件事」表面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f8901a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小米超级岛、荣耀灵动胶囊把倒计时、取餐、出行状态顶到锁屏/状态栏。它们在抢时钟的「下一事件」位置，而不只是通知。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/ 荣耀    HyperOS 4 / MagicOS 11
小米 18 Fold  ·  小米 18 系列  ·  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时钟要主动占领岛区：下一个闹钟、倒计时、世界时钟应能进流体云。否则这个表面会被助手和外卖码吃掉。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nokiamob.net  ·  系统更新 · HyperOS / MagicOS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38  /  89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时钟    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智能到站提醒：震动 + 弹窗 + 蓝牙播报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441928f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八月：到站提醒扩至广州/深圳/福州，临近到站震动+弹窗+蓝牙语音。本质是基于位置的闹钟。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位置闹钟是时钟的增量，不是地图的边角。我们时钟可做「到站/到地点提醒」，和闹钟共用铃声与勿扰规则。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39  /  89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时钟    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闹钟音量与铃声音量解绑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ac6d88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在「设置 · 声音与触感」里把闹钟音量从铃声音量中拆出来，两者不再共用一个滑块。此前调小铃声会连带把闹钟调小导致睡过头，或反过来被满音量通知吓到。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零成本、高频痛点、不看硬件——最该优先搬的一类。验收要拆细：闹钟、计时器、通知三者是否都独立；静音/勿扰模式下闹钟是否照常响。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 正式版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40  /  89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计算器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3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Math Notes：手写即算，iPad 可 3D 作图  ·  小艺深度解题  ·  桌面汇率换算卡片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41  /  89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计算器    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Math Notes：手写即算，iPad 可 3D 作图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78766ff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手写表达式实时出结果，变量/函数/日常计算都能用；iPadOS 26 加 3D 可旋转图表。手机上基础计算器仍偏弱，复杂运算要靠笔记。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计算器的升级路径是「写下来就算」，不是多几个科学键。我们可让计算器和记事本共用一张草稿纸，手机先保证手写/键盘双输入。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igeeksblog.com  ·  系统更新 · iOS/iPadOS 26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42  /  89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计算器    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小艺深度解题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ab9787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nova 16 SE 等机：NPU 算力提升后小艺支持深度解题、智能问答。解题入口在助手，不在计算器 App。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    HarmonyOS 7
Mate XT 2  ·  Pura X View  ·  Mate 90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拍题/解题不要只活在助手。我们计算器应能接收拍照算式，结果可回写笔记，避免用户找不到入口。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enet.com.cn  ·  发布会 · nova 16 SE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43  /  89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计算器    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桌面汇率换算卡片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441928f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八月生活卡片：2×2 / 4×2 汇率换算。把计算器最海外的场景直接放到桌面。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汇率/单位换算是海外刚需。我们计算器应默认带汇率小组件，数据源可离线缓存，不要藏在科学计算器第二页。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44  /  89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扫一扫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4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Wallet 扫 QR 生成数字通行证  ·  三折叠外屏直接扫码  ·  闪记扫描点餐码 / 超级岛展示取餐码  ·  锁屏直接扫码，无需先解锁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45  /  89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扫一扫    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Wallet 扫 QR 生成数字通行证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603938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Beta 3：Wallet 扫描 QR 可生成会员卡/活动票/积分卡。扫一扫能力进了钱包，而不是独立扫码 App。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扫码结果要有落点：日历、钱包、浏览器、支付。我们扫一扫应做成系统服务，识别后按类型分发，而不是只打开一个相机框。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46  /  89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扫一扫    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三折叠外屏直接扫码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e05c23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Mate XT 2 外屏可在折叠态完成扫码、回消息，不必展开。被报告称为三折叠日常可用性的关键补强。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    HarmonyOS 7
Mate XT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折叠机扫一扫的第一场景是外屏支付/入场。我们外屏必须预置扫码，延迟和手电筒策略按单手设计。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consumer.huawei.com  ·  发布会 · Mate XT 2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47  /  89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扫一扫   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闪记扫描点餐码 / 超级岛展示取餐码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ee614594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闪记可扫描点餐码并记账单；HyperOS 超级岛已接麦当劳取餐码，锁屏一键出示。扫码从「打开相机」变成「码自己冒出来」。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/ 小米    ColorOS / HyperOS 4
小米 18 Fold  ·  Find X10 系列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取餐码/点餐码是扫一扫的日常形态。我们应让短信/通知里的码进岛区或钱包，扫一扫负责现场码，两头都要有。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/ HyperOS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48  /  89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扫一扫    4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锁屏直接扫码，无需先解锁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d0ed1c9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在锁屏界面直接给出扫码入口，不用解锁再去找扫一扫。国内支付/加好友/取餐都是高频动作，解锁那一步是纯摩擦。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典型的「入口前移」改动，成本低收益高。安全边界要画死：锁屏扫码只允许调起相机 + 识别结果，绝不暴露通知内容、相册或付款码列表，否则就是隐私事故。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49  /  89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主题商城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2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液态玻璃 / 柔光玻璃成为系统皮肤  ·  便签换字体皮肤；相册浅色编辑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50  /  89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主题商城   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液态玻璃 / 柔光玻璃成为系统皮肤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b71a522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Liquid Glass、HyperOS 4 柔光玻璃、MagicOS 11 动态液态玻璃都把「主题」上收到系统视觉层。可调的是材质和锁屏，不是一套第三方主题包。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/ 小米 / 荣耀    iOS 27 / HyperOS 4 / MagicOS 11
小米 18 Fold  ·  iPhone 18 系列  ·  小米 18 系列  ·  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2026 主题竞争从商店皮肤变成系统材质。我们主题商城应卖图标/壁纸/锁屏组合，并跟系统玻璃材质兼容，避免一换主题就打碎液态玻璃。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 / HyperOS 4 /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51  /  89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主题商城   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便签换字体皮肤；相册浅色编辑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1d44b75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八月：便签可换字体和皮肤；相册编辑支持深/浅/跟随系统。个性化下放到具体 App，而不是只在主题商店换整包。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单 App 皮肤比整机主题更安全。我们可先给笔记/时钟/计算器提供官方字体与对比度选项，再考虑整包主题。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B2777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52  /  89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玩机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5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应用五分身（含串号争议）  ·  原子工作台下放直板机 + 五应用任务组  ·  YOYO GUI Agent：看懂屏幕自己点  ·  快捷指令用一句话生成  ·  游戏防眩光模式（官方称视觉舒适度 +29%）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53  /  89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玩机    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应用五分身（含串号争议）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a5c0a3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从双开升到 5 个分身，面向游戏/小微商户。用户反馈小红书分身账号会串号，「数据完全隔离」未达预期。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分身是玩机高频，隔离失败就是事故。我们多开必须账号/存储/通知三隔离，并在设置里显示每个分身占用的空间。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54  /  89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玩机    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原子工作台下放直板机 + 五应用任务组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7b27441a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7：原子工作台计划下放直板，首帧可打断，五应用任务组可打包流转。现款折叠 X Fold6 已先享四窗口。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玩机里最有生产力的是任务组，不是彩蛋。我们可做「一组 App 一键恢复」给海外商务机，比再堆动画更值。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55  /  89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玩机    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YOYO GUI Agent：看懂屏幕自己点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fe7feac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用纯视觉 GUI Agent 模拟点击滑动，无需 App 适配 API；演示 14 步出差（日历→12306→美团→同步日程）。准确率待长期验证。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这是玩机天花板，也是风险天花板。我们若做 Agent 点选，必须逐步确认、可录制回放、敏感页（支付/权限）拦截，不能静默连点。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digitaling.com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56  /  89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玩机    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快捷指令用一句话生成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38b3e13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的「描述一个快捷指令」：点加号、用自然语言写出想要的效果（离开公司时给家人发 ETA、CarPlay 连上时播某个播放列表），系统自动把步骤拼出来，之后还能继续用口语微调或手动改步骤。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快捷指令多年「能做但没人用」，卡点从来不是能力而是搭积木的编辑成本，自然语言生成正打在这点上。前提是生成结果必须可展开、可手动改，否则出错时用户无从排查。旧编辑器仍要保留。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 正式版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57  /  89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玩机    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游戏防眩光模式（官方称视觉舒适度 +29%）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cf82a0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新增游戏防眩光模式，官方称视觉舒适度提升约 29%；同期提供使用时长预测与充电时长预测。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把「护眼」做成游戏场景的独立开关，比全局护眼更贴合场景。可借鉴的是触发方式：应能被游戏启动自动带入，而不是每次手动开——手动开的设置等于不存在。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58  /  89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换机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6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Phone Clone：44GB / 57 分钟并省出空间  ·  小米换机迁移更多设置与系统应用数据  ·  超空间存储延长换机周期  ·  跨品牌三系统互传文件  ·  小米换机 Mi Mover 4.6.1.7（9/16 月更）  ·  跨苹果互联：通知同步、微信镜像回复、云相册同步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59  /  89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Phone Clone：44GB / 57 分钟并省出空间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713ea2f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演示：迁移 44GB 用时 57 分 23 秒，成功 12 项、失败 1、不支持 0，并立刻多出约 10–14GB。升级压缩还可再腾约 50GB。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换机的考核是时长、成功率、迁完容量。我们换机应公开这三项，并支持从 iPhone / 三星 / 小米互迁，失败项可重试而不是整单作废。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60  /  89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小米换机迁移更多设置与系统应用数据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d92c61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HyperOS 4 优化小米换机：可迁移更多设置项和系统应用用户数据（需换机 App ≥ 4.5.5.9）。从「搬照片」转向「搬成一台熟手机」。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换机成败看系统 App 数据：闹钟、笔记、录音、桌面布局。我们换机清单必须包含这些，并在完成后给差异报告。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zh-cn.xiaomi-miui.gr  ·  系统更新 · HyperOS 4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61  /  89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超空间存储延长换机周期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777ea887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HarmonyOS 7 超空间让 256GB 大约多 22GB 可用。报告点评：这是用软件推迟换机，不是换机工具本身，但影响换机决策。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    HarmonyOS 7
Mate XT 2  ·  Pura X View  ·  Mate 90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换机产品还要回答「要不要换」。存储软件化能延缓换机。我们可在换机 App 里展示「清理后还能再用」对比，减少误导升级。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发布会 · Mate XT 2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62  /  89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跨品牌三系统互传文件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3ba2c84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YOYO 宣称可跨三套操作系统传文件，并改善与苹果 / OPPO / vivo / 小米的配对。换机不再只是品牌内闭环。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海外换机大量来自 iPhone。我们换机第一优先级是 iOS → 我们：照片、WhatsApp、桌面、账号，文件互传只是子集。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tbreak.com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63  /  89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小米换机 Mi Mover 4.6.1.7（9/16 月更）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d92c61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9 月 16 日应用商店更新：Mi Mover 4.6.1.7（38.71MB）、家人守护 Family Guard 3.14.09.04.00、HyperOS 录屏 4.16.2.8.1、HyperOS 壁纸等一批系统应用同日刷新。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换机是换机周期里唯一被高频使用的工具，版本迭代如此密集说明仍在补兼容性。我们换机该盯的不是传输速度（已有公开 benchmark 可对标），而是「旧机侧数据项覆盖率」——通讯录/微信记录/桌面布局/系统设置，哪项漏了用户立刻感知。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zh-cn.xiaomi-miui.gr  ·  系统更新 · HyperOS 3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64  /  89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换机    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跨苹果互联：通知同步、微信镜像回复、云相册同步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e7a6408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澎湃 OS 3 打通苹果设备：iPhone 通知同步到小米手机、可镜像并回复微信/QQ、文件照片视频互传、云相册同步、一键热点与位置共享；Mac 上可开三个手机应用窗，iPad 上跑 HyperOS 桌面并支持多任务。同期新增独立「密码」App 打通苹果生态。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这是把「换机」从一次性迁移工具，升级成跨生态常驻通道——用户不必二选一。若目标市场是安卓换安卓，优先级不高；但若用户群里存在 iOS 转换者，这一步直接决定首周留存。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3EA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nokiamob.net  ·  系统更新 · HyperOS 3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65  /  89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浏览器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2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Safari AI：标签按主题分组 + Notify Me  ·  小布记忆同步系统浏览器与夸克收藏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66  /  89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浏览器   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Safari AI：标签按主题分组 + Notify 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b58dc6b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Safari 按话题自动分组标签，Notify Me 追踪网页更新，可建自定义扩展。和 Siri 同属系统级信息入口。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浏览器要能「替你看着页面」。我们浏览器可跟分组 + 页面变更通知，比再做一个信息流首页更接近系统浏览器定位。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67  /  89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浏览器   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小布记忆同步系统浏览器与夸克收藏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1d44b75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八月：小布记忆同步手机浏览器 + UC/夸克/头条极速版收藏。浏览器收藏进了助手记忆，而不是只活在书签里。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海外没有夸克这套。我们应同步 Chrome 书签/阅读列表到笔记或助手，避免自有浏览器成为孤岛。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68  /  89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相册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7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相册 5.0：加载重构 + AI 修图统一入口  ·  Photos Clean Up / Extend / 空间重构  ·  AI Remix 抠图贴纸 / 笔记图片涂鸦  ·  相册语义检索（端侧）  ·  视频任意一帧直接存成照片  ·  相册主动推荐重复与模糊照片供清理  ·  相册 HDR 影像：17EV 动态范围 + 蔡司色彩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69  /  89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1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相册 5.0：加载重构 + AI 修图统一入口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f66a1b5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v5.0.7.0 重构缩略图加载，AI 扩图/消除/换天/人像收进统一栏；支持批量参数粘贴、覆盖可恢复、浅色编辑。9 月 4.3.0.20 起首页/影集可自定义布局。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相册的产品课是「先不卡，再 AI」。我们相册应把修图工具收成一个入口，批量调色可复制，入门机至少共享浏览性能。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memeosupdates.com  ·  系统更新 · 小米相册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70  /  89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Photos Clean Up / Extend / 空间重构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f968145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照片消除更自然，Extend 扩图，Spatial Reframing 空间重构；另有缩放填充消黑边。Image Playground 可改写照片风格但有每日用量。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苹果把生成式修图放进系统相册。我们要对齐三件事：消除、扩图、用量说明。失败要可撤销到原图。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71  /  89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AI Remix 抠图贴纸 / 笔记图片涂鸦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a5c0a3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16：Smart Cutout 抽主体做贴纸/拼贴/情绪板（Reno16 首发后下放）；笔记里可直接在图片上画。相册能力溢到笔记。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抠图贴纸是年轻市场相册差异化。我们可做系统级抠图服务，相册和笔记共用，避免两个 App 两套抠图。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72  /  89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相册语义检索（端侧）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fe7feac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端侧 AI 支持相册语义检索，数据不上云。和录音纪要、长文档摘要并列。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「找穿红衣服的那张」是相册搜索的及格线。我们相册语义搜应默认端侧，语言覆盖英语/阿语/法语再谈 Generative。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73  /  89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视频任意一帧直接存成照片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5d687b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支持把视频里的某一帧直接存为照片，不用截图再裁。拍小孩、宠物这类动体时，能从一段视频里挑出最清晰的一帧。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体量小但用一次就回不去。实现上有两个坑：存下来的帧要不要继承原视频的 HDR / 运动照片元数据；以及它会不会被「重复照片」检测误判成重复项。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macobserver.com  ·  系统更新 · iOS 27 正式版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74  /  89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相册主动推荐重复与模糊照片供清理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d0ed1c9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7 相册会主动挑出重复、模糊的相似照片并给出清理建议，不用用户自己翻几千张图找。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苹果做的是 Clean Up 消除路人，vivo 做的是「批量识别该删的」——后者更贴近存储焦虑，也更实用。风险集中在误删：必须可逐张预览、可撤销、默认不自动执行。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fonearena.com  ·  系统更新 · OriginOS 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75  /  89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相册    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相册 HDR 影像：17EV 动态范围 + 蔡司色彩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5beb1b9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X500 主摄蓝图光御900（1/1.28″）支持 17EV 高动态范围与蔡司自然色彩，相册可完整呈现高光到暗部细节，并保留蔡司风格影调。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高动态范围 capture 只是第一步，相册能否“无损呈现 + 选择性压高光”才决定用户感知。建议相册对 HDR 照片默认开启动态范围预览，并提供“高光/阴影”一键微调，而不是只在相机端卷参数。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发布会 · vivo X500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76  /  89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语音助手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8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Siri AI 独立 App + 屏幕感知 + 相机模式  ·  Siri 应用内办事 / 跨设备续聊  ·  超级小爱 2.0 专家模式：跨应用跨设备执行  ·  小布记忆：搜索 / 问答 / 推荐闭环  ·  YOYO Next：MCP + GUI Agent 接管系统  ·  小艺中枢：2100+ 系统能力的 Agent  ·  蓝心小 V / 小 V Pro 系统级 Agent  ·  蓝心大模型 4.0 驱动的小 V：端云协同 + 长期记忆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77  /  89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1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Siri AI 独立 App + 屏幕感知 + 相机模式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a66863c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十五年最大重构：独立 Siri App 保留对话、iCloud 续接；看屏幕/照片提问；相机快门后 Siri 可见你所见。英文先发，中国大陆与欧盟暂不上线，完整能力偏新芯片。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我们要把短信、相册、日程、通话的索引做成公共服务层，助手才能办「依赖个人历史」的事。相机内挂助手是第二步，权限和区域合规要先设计。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apple.com  ·  发布会 · iPhone 18 / WWDC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78  /  89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Siri 应用内办事 / 跨设备续聊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4619df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Siri 可在已装第三方 App 里完成操作；对话经 iCloud 在 iPhone/iPad/Mac 间同步。发布会把生态开放和互联放在助手上，而不是开放 API 清单本身。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我们要先定三方动作接入协议，优先拉非洲/拉美头部 App。手机+平板共用一套助手上下文，应进云服务基线。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developer.apple.com  ·  发布会 · WWDC 2026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79  /  89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超级小爱 2.0 专家模式：跨应用跨设备执行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d92c61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一句话自规划调用系统应用及支付宝/高德等；任务态进超级岛。专家模式耗积分，额度用完要订阅。圈搜、电源键长按持续对话已在 HyperOS 3/4 铺开。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助手开始走订阅制。我们基础圈搜/执行应免费；复杂跨端可以增值，但要在设置里写清额度，避免「系统助手突然要付费」。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hyperos.mi.com  ·  系统更新 · HyperOS 4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80  /  89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小布记忆：搜索 / 问答 / 推荐闭环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1d44b75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ColorOS 16 以记忆搜索、问答、推荐为矩阵，闪记内容可问、可合集。团购券临期会在建议/流体云出现。EU 版本推送曾晚数月。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OPPO    ColorOS
Find X10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记忆型助手比聊天型更贴近系统应用。我们应用数据应能被助手检索（需权限），并给「为什么推这条」的解释，海外机还要按区域节奏同步。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coloros.com  ·  系统更新 · ColorOS 16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81  /  89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YOYO Next：MCP + GUI Agent 接管系统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c4cca7a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MagicOS 11 给 YOYO 系统级 MCP 权限，可接管系统与三方 App；混合端云推理，接 DeepSeek-V4。12GB 以下机型会砍跨软件 AI。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荣耀    MagicOS 11
Magic9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权限过大的助手等于新的无障碍漏洞。我们要对助手操作做权限清单和操作日志，内存分级可以，但不能静默少功能。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digitaling.com  ·  系统更新 · MagicOS 11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82  /  89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小艺中枢：2100+ 系统能力的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de19e02d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HDC / HarmonyOS 7：小艺从语音助手变为智能体，官方称 2100+ 系统能力、500+ Skill、2000+ 鸿蒙智能体，可跨端传文件、行程规划。开发者 Beta 已开，公开落地仍需应用适配。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华为    HarmonyOS 7
Mate XT 2  ·  Pura X View  ·  Mate 90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能力数量不是产品。我们应挑 20 个可演示的跨应用任务做验收（订票、转文件、建日程），并标明哪些地区/语言不可用。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发布会 · HDC 2026 / Mate XT 2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83  /  89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蓝心小 V / 小 V Pro 系统级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30c7b0b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OriginOS 6 出厂即带圈搜、小 V 记忆；9/16 OriginOS 7 正式发布，小 V 升级 Pro 模式：任务自动拆解 + 跨端执行，官方称可调用 6000+ 原子能力、支持上万种任务。典型演示是把收藏的攻略、相册截图、历史笔记串成一份含交通住宿景点美食的旅行路书，遇航班变动还能动态调整。海外 Funtouch 几乎没有同级讨论和公开月更。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国内海报和海外 Funtouch 是两套产品。我们对标要以海外实际预装为准；圈搜和小 V 记忆 2.0 的自动打标签更值得搬。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系统更新 · OriginOS 6/7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84  /  89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语音助手    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蓝心大模型 4.0 驱动的小 V：端云协同 + 长期记忆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6b4707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出处配图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X500 首发蓝心大模型 4.0，小 V 支持更长上下文与端云协同推理，配合小 V 记忆卡把用户收藏的攻略、截图、历史笔记串成可复用的“旅行路书”等个性化内容。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vivo    OriginOS 7
vivo X500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语音助手真正的护城河不是“能对话”，而是“记得住、用得上”。vivo 把记忆做成锁屏可记、跨 App 关联的卡片，方向对。落地三前提：记忆存在哪、AI 读取粒度、用户能否查看/删除某条——缺了可见可控，功能越强越像监控。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ithome.com  ·  发布会 · vivo X500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85  /  89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系统应用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密码管理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本月竞品 2 个相关功能，下一页起一页一个。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B0A6"/>
                </a:solidFill>
                <a:latin typeface="PingFang SC"/>
                <a:ea typeface="PingFang SC"/>
                <a:cs typeface="PingFang SC"/>
              </a:rPr>
              <a:t>密码 App：泄露提醒 + 应用内直接改密码  ·  新增独立「密码」App 并打通苹果设备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27A"/>
                </a:solidFill>
                <a:latin typeface="PingFang SC"/>
                <a:ea typeface="PingFang SC"/>
                <a:cs typeface="PingFang SC"/>
              </a:rPr>
              <a:t>86  /  89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密码管理   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密码 App：泄露提醒 + 应用内直接改密码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862d79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iOS 27 的「密码」App 会提示哪些账号已卷入泄露，并支持在应用内直接发起修改流程，不用自己去网站找改密码入口。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苹果    iOS 27
iPhone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密码管理正从浏览器的附属能力升级成系统级独立 App。要做得先定三件事：泄露检测的数据源与更新频率、改密码深链的站点覆盖率、跨端同步的加密与账号恢复路径。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macrumors.com  ·  系统更新 · iOS 27 正式版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87  /  89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密码管理   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新增独立「密码」App 并打通苹果设备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4206240" cy="5285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ed92c61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856"/>
            <a:ext cx="4059936" cy="4901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" y="5998464"/>
            <a:ext cx="3913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PingFang SC"/>
                <a:ea typeface="PingFang SC"/>
                <a:cs typeface="PingFang SC"/>
              </a:rPr>
              <a:t>来源页截图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78992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澎湃 OS 3.0 版本更新中新增独立的密码管理工具，官方表述是「打通苹果设备，实现更便捷的密码管理体验」，与高级数据保护、双重认证登录同批上线。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44368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出现在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小米    HyperOS 4
小米 18 Fold  ·  小米 18 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6903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和我们产品的关系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50792"/>
            <a:ext cx="6903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和苹果同期押注同一件事，说明密码管理正被重新定义为系统级 App 而非浏览器功能。要跟进的话，先解决跨端同步的加密与恢复，再谈填充体验；否则用户不敢把真密码放进来。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560527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843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u="sng">
                <a:solidFill>
                  <a:srgbClr val="1A5FC2"/>
                </a:solidFill>
                <a:latin typeface="PingFang SC"/>
                <a:ea typeface="PingFang SC"/>
                <a:cs typeface="PingFang SC"/>
                <a:hlinkClick r:id="rId3"/>
              </a:rPr>
              <a:t>nokiamob.net  ·  系统更新 · HyperOS 3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104120" y="573328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1A5FC2"/>
          </a:solidFill>
          <a:ln w="9525">
            <a:solidFill>
              <a:srgbClr val="1A5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57698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打开原文</a:t>
            </a:r>
          </a:p>
        </p:txBody>
      </p:sp>
      <p:sp>
        <p:nvSpPr>
          <p:cNvPr id="21" name="Rectangle 20">
            <a:hlinkClick r:id="rId3"/>
          </p:cNvPr>
          <p:cNvSpPr/>
          <p:nvPr/>
        </p:nvSpPr>
        <p:spPr>
          <a:xfrm>
            <a:off x="4754880" y="5532120"/>
            <a:ext cx="6903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88  /  89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714"/>
                </a:solidFill>
                <a:latin typeface="Songti SC"/>
                <a:ea typeface="Songti SC"/>
                <a:cs typeface="Songti SC"/>
              </a:rPr>
              <a:t>建议优先看这几条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2529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录音机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录完就能问、大纲可跳转、摘要不要跳出 App。小米会议大纲、OPPO 模板、荣耀端侧纪要都在打同一条路。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文件管理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回收站是底线；下一步是「用一句话找到文件」和「256GB 机能多出 20GB」。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45536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记事本 / 日历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看见即记下、截图进日程、录音抽出待办。入口越短越像系统能力。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9664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语音助手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08576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跨应用办事 + 长期记忆。小米开始走订阅，荣耀给系统级权限，苹果大陆暂不上 Siri AI。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93792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9525">
            <a:solidFill>
              <a:srgbClr val="E6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2180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161C"/>
                </a:solidFill>
                <a:latin typeface="PingFang SC"/>
                <a:ea typeface="PingFang SC"/>
                <a:cs typeface="PingFang SC"/>
              </a:rPr>
              <a:t>扫一扫 / 换机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32704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714"/>
                </a:solidFill>
                <a:latin typeface="PingFang SC"/>
                <a:ea typeface="PingFang SC"/>
                <a:cs typeface="PingFang SC"/>
              </a:rPr>
              <a:t>锁屏或外屏直接扫码；换机要搬走闹钟、笔记、录音和桌面，而不只是照片。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8412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2026年9月竞品系统应用  ·  功能简报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5653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0B6"/>
                </a:solidFill>
                <a:latin typeface="PingFang SC"/>
                <a:ea typeface="PingFang SC"/>
                <a:cs typeface="PingFang SC"/>
              </a:rPr>
              <a:t>89  /  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